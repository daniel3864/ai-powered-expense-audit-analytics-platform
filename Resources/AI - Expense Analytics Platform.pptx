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sldIdLst>
    <p:sldId id="256" r:id="rId2"/>
    <p:sldId id="264" r:id="rId3"/>
    <p:sldId id="267" r:id="rId4"/>
    <p:sldId id="265" r:id="rId5"/>
    <p:sldId id="263" r:id="rId6"/>
    <p:sldId id="266" r:id="rId7"/>
  </p:sldIdLst>
  <p:sldSz cx="12192000" cy="6858000"/>
  <p:notesSz cx="6858000" cy="9144000"/>
  <p:embeddedFontLst>
    <p:embeddedFont>
      <p:font typeface="Century Gothic" panose="020B0502020202020204" pitchFamily="34" charset="0"/>
      <p:regular r:id="rId8"/>
      <p:bold r:id="rId9"/>
      <p:italic r:id="rId10"/>
      <p:boldItalic r:id="rId11"/>
    </p:embeddedFont>
    <p:embeddedFont>
      <p:font typeface="Tahoma" panose="020B0604030504040204" pitchFamily="34" charset="0"/>
      <p:regular r:id="rId12"/>
      <p:bold r:id="rId13"/>
    </p:embeddedFont>
    <p:embeddedFont>
      <p:font typeface="Wingdings 3" panose="05040102010807070707" pitchFamily="18" charset="2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07A6E-422C-4516-A9B3-13A79F6BEDF6}" v="1" dt="2026-10-21T11:42:48.125"/>
    <p1510:client id="{EE0648B3-8BF1-4900-BF51-EFC7F5AF87BF}" v="1" dt="2026-10-21T17:33:55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N J" userId="cfe587422e2dd359" providerId="LiveId" clId="{68F36242-C666-443B-93F5-F4098A1C1082}"/>
    <pc:docChg chg="modSld">
      <pc:chgData name="DANIEL N J" userId="cfe587422e2dd359" providerId="LiveId" clId="{68F36242-C666-443B-93F5-F4098A1C1082}" dt="2026-10-21T17:34:07.263" v="71" actId="1076"/>
      <pc:docMkLst>
        <pc:docMk/>
      </pc:docMkLst>
      <pc:sldChg chg="addSp modSp mod">
        <pc:chgData name="DANIEL N J" userId="cfe587422e2dd359" providerId="LiveId" clId="{68F36242-C666-443B-93F5-F4098A1C1082}" dt="2026-10-21T17:34:07.263" v="71" actId="1076"/>
        <pc:sldMkLst>
          <pc:docMk/>
          <pc:sldMk cId="0" sldId="256"/>
        </pc:sldMkLst>
        <pc:spChg chg="add mod">
          <ac:chgData name="DANIEL N J" userId="cfe587422e2dd359" providerId="LiveId" clId="{68F36242-C666-443B-93F5-F4098A1C1082}" dt="2026-10-21T17:34:07.263" v="71" actId="1076"/>
          <ac:spMkLst>
            <pc:docMk/>
            <pc:sldMk cId="0" sldId="256"/>
            <ac:spMk id="2" creationId="{0785633D-4759-AF9D-4FCA-475DEEE9D63F}"/>
          </ac:spMkLst>
        </pc:spChg>
        <pc:spChg chg="mod">
          <ac:chgData name="DANIEL N J" userId="cfe587422e2dd359" providerId="LiveId" clId="{68F36242-C666-443B-93F5-F4098A1C1082}" dt="2026-10-21T11:41:46.909" v="1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NIEL N J" userId="cfe587422e2dd359" providerId="LiveId" clId="{68F36242-C666-443B-93F5-F4098A1C1082}" dt="2026-10-21T11:44:41.323" v="56" actId="14100"/>
          <ac:spMkLst>
            <pc:docMk/>
            <pc:sldMk cId="0" sldId="256"/>
            <ac:spMk id="5" creationId="{00000000-0000-0000-0000-000000000000}"/>
          </ac:spMkLst>
        </pc:spChg>
      </pc:sldChg>
      <pc:sldChg chg="addSp modSp mod">
        <pc:chgData name="DANIEL N J" userId="cfe587422e2dd359" providerId="LiveId" clId="{68F36242-C666-443B-93F5-F4098A1C1082}" dt="2026-10-21T11:43:59.667" v="48" actId="122"/>
        <pc:sldMkLst>
          <pc:docMk/>
          <pc:sldMk cId="0" sldId="263"/>
        </pc:sldMkLst>
        <pc:spChg chg="add mod">
          <ac:chgData name="DANIEL N J" userId="cfe587422e2dd359" providerId="LiveId" clId="{68F36242-C666-443B-93F5-F4098A1C1082}" dt="2026-10-21T11:43:59.667" v="48" actId="122"/>
          <ac:spMkLst>
            <pc:docMk/>
            <pc:sldMk cId="0" sldId="263"/>
            <ac:spMk id="12" creationId="{2C24A116-23E0-9B9F-F5D9-3FEAECBFA4FF}"/>
          </ac:spMkLst>
        </pc:spChg>
        <pc:picChg chg="mod">
          <ac:chgData name="DANIEL N J" userId="cfe587422e2dd359" providerId="LiveId" clId="{68F36242-C666-443B-93F5-F4098A1C1082}" dt="2026-10-21T11:42:32.934" v="9" actId="14100"/>
          <ac:picMkLst>
            <pc:docMk/>
            <pc:sldMk cId="0" sldId="263"/>
            <ac:picMk id="8" creationId="{D0CF9295-4DD9-ABB2-FE27-61846AA70A16}"/>
          </ac:picMkLst>
        </pc:picChg>
      </pc:sldChg>
      <pc:sldChg chg="modSp mod">
        <pc:chgData name="DANIEL N J" userId="cfe587422e2dd359" providerId="LiveId" clId="{68F36242-C666-443B-93F5-F4098A1C1082}" dt="2026-10-21T11:41:59.350" v="3" actId="255"/>
        <pc:sldMkLst>
          <pc:docMk/>
          <pc:sldMk cId="4052674700" sldId="264"/>
        </pc:sldMkLst>
        <pc:spChg chg="mod">
          <ac:chgData name="DANIEL N J" userId="cfe587422e2dd359" providerId="LiveId" clId="{68F36242-C666-443B-93F5-F4098A1C1082}" dt="2026-10-21T11:41:59.350" v="3" actId="255"/>
          <ac:spMkLst>
            <pc:docMk/>
            <pc:sldMk cId="4052674700" sldId="264"/>
            <ac:spMk id="7" creationId="{ADD9AF2B-8F38-642C-3925-93DA7B8CE8C4}"/>
          </ac:spMkLst>
        </pc:spChg>
      </pc:sldChg>
      <pc:sldChg chg="modSp mod">
        <pc:chgData name="DANIEL N J" userId="cfe587422e2dd359" providerId="LiveId" clId="{68F36242-C666-443B-93F5-F4098A1C1082}" dt="2026-10-21T11:42:19.114" v="7" actId="255"/>
        <pc:sldMkLst>
          <pc:docMk/>
          <pc:sldMk cId="2883151367" sldId="265"/>
        </pc:sldMkLst>
        <pc:spChg chg="mod">
          <ac:chgData name="DANIEL N J" userId="cfe587422e2dd359" providerId="LiveId" clId="{68F36242-C666-443B-93F5-F4098A1C1082}" dt="2026-10-21T11:42:19.114" v="7" actId="255"/>
          <ac:spMkLst>
            <pc:docMk/>
            <pc:sldMk cId="2883151367" sldId="265"/>
            <ac:spMk id="3" creationId="{6CEB8D59-6659-1441-1DE4-D3ADE91C8C76}"/>
          </ac:spMkLst>
        </pc:spChg>
      </pc:sldChg>
      <pc:sldChg chg="modSp mod">
        <pc:chgData name="DANIEL N J" userId="cfe587422e2dd359" providerId="LiveId" clId="{68F36242-C666-443B-93F5-F4098A1C1082}" dt="2026-10-21T11:44:13.130" v="50" actId="255"/>
        <pc:sldMkLst>
          <pc:docMk/>
          <pc:sldMk cId="2721435784" sldId="266"/>
        </pc:sldMkLst>
        <pc:spChg chg="mod">
          <ac:chgData name="DANIEL N J" userId="cfe587422e2dd359" providerId="LiveId" clId="{68F36242-C666-443B-93F5-F4098A1C1082}" dt="2026-10-21T11:44:13.130" v="50" actId="255"/>
          <ac:spMkLst>
            <pc:docMk/>
            <pc:sldMk cId="2721435784" sldId="266"/>
            <ac:spMk id="3" creationId="{6C9048EE-A6EC-8FB7-CBE1-B4D93208A05B}"/>
          </ac:spMkLst>
        </pc:spChg>
      </pc:sldChg>
      <pc:sldChg chg="modSp mod">
        <pc:chgData name="DANIEL N J" userId="cfe587422e2dd359" providerId="LiveId" clId="{68F36242-C666-443B-93F5-F4098A1C1082}" dt="2026-10-21T11:42:09.942" v="5" actId="255"/>
        <pc:sldMkLst>
          <pc:docMk/>
          <pc:sldMk cId="2221919850" sldId="267"/>
        </pc:sldMkLst>
        <pc:spChg chg="mod">
          <ac:chgData name="DANIEL N J" userId="cfe587422e2dd359" providerId="LiveId" clId="{68F36242-C666-443B-93F5-F4098A1C1082}" dt="2026-10-21T11:42:09.942" v="5" actId="255"/>
          <ac:spMkLst>
            <pc:docMk/>
            <pc:sldMk cId="2221919850" sldId="267"/>
            <ac:spMk id="3" creationId="{349DE353-0FFC-8A5F-B8E6-B90637B407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4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94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21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0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21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3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1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82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29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719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8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67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62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5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8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6743" y="1992957"/>
            <a:ext cx="8601075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Expense Audit &amp; Analytics Platform</a:t>
            </a:r>
            <a:endParaRPr sz="5000" b="1" i="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599" y="3722340"/>
            <a:ext cx="7330634" cy="561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expense tracking, multi-segment trend line analysis, and dynamic audit ledger for modern agricultural </a:t>
            </a:r>
            <a:r>
              <a:rPr lang="en-US" sz="15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any b</a:t>
            </a:r>
            <a:r>
              <a:rPr lang="en-US" sz="15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usiness </a:t>
            </a:r>
            <a:r>
              <a:rPr sz="15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5633D-4759-AF9D-4FCA-475DEEE9D63F}"/>
              </a:ext>
            </a:extLst>
          </p:cNvPr>
          <p:cNvSpPr txBox="1"/>
          <p:nvPr/>
        </p:nvSpPr>
        <p:spPr>
          <a:xfrm>
            <a:off x="9360310" y="5327784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</a:t>
            </a:r>
          </a:p>
          <a:p>
            <a:r>
              <a:rPr lang="en-US" dirty="0"/>
              <a:t>Daniel 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EEC54-55D8-E255-9FD5-2AC92368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DD9AF2B-8F38-642C-3925-93DA7B8CE8C4}"/>
              </a:ext>
            </a:extLst>
          </p:cNvPr>
          <p:cNvSpPr txBox="1"/>
          <p:nvPr/>
        </p:nvSpPr>
        <p:spPr>
          <a:xfrm>
            <a:off x="243840" y="252101"/>
            <a:ext cx="1171956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4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algn="just">
              <a:buNone/>
            </a:pPr>
            <a:endParaRPr lang="en-IN" sz="35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agri-business owners, farm operators, and small-shop proprietors manage complex financial lifecycles spanning multiple domains—farming inputs, commercial store operations, household expenses, and agricultural loans.</a:t>
            </a:r>
          </a:p>
          <a:p>
            <a:pPr algn="just">
              <a:buNone/>
            </a:pP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Data Sources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Categorization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Historical Traceability</a:t>
            </a:r>
          </a:p>
        </p:txBody>
      </p:sp>
    </p:spTree>
    <p:extLst>
      <p:ext uri="{BB962C8B-B14F-4D97-AF65-F5344CB8AC3E}">
        <p14:creationId xmlns:p14="http://schemas.microsoft.com/office/powerpoint/2010/main" val="405267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9DE353-0FFC-8A5F-B8E6-B90637B40765}"/>
              </a:ext>
            </a:extLst>
          </p:cNvPr>
          <p:cNvSpPr txBox="1"/>
          <p:nvPr/>
        </p:nvSpPr>
        <p:spPr>
          <a:xfrm>
            <a:off x="624840" y="889843"/>
            <a:ext cx="6096000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/>
            <a:r>
              <a:rPr lang="en-IN" sz="4500" b="1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R="0" lvl="0" rtl="0"/>
            <a:endParaRPr lang="en-IN" sz="4000" b="1" dirty="0">
              <a:solidFill>
                <a:schemeClr val="accent3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 Multi-Channel Ingestion</a:t>
            </a:r>
            <a:b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Semantic Categorization</a:t>
            </a:r>
            <a:endParaRPr lang="en-IN" sz="2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/>
            <a:endParaRPr lang="en-IN" sz="2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Persistent Dual-Storage Architecture</a:t>
            </a: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RAG Auditing</a:t>
            </a:r>
            <a:endParaRPr lang="en-IN" sz="2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/>
            <a:endParaRPr lang="en-IN" sz="2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Financial Analytics Dashboard</a:t>
            </a:r>
            <a:br>
              <a:rPr lang="en-IN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KPI overview cards, flexible timeline filters, and multi-segment trend line visualizations using </a:t>
            </a:r>
            <a:r>
              <a:rPr lang="en-IN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919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EB8D59-6659-1441-1DE4-D3ADE91C8C76}"/>
              </a:ext>
            </a:extLst>
          </p:cNvPr>
          <p:cNvSpPr txBox="1"/>
          <p:nvPr/>
        </p:nvSpPr>
        <p:spPr>
          <a:xfrm>
            <a:off x="411480" y="361385"/>
            <a:ext cx="11780520" cy="5899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4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</a:t>
            </a:r>
            <a:r>
              <a:rPr lang="en-IN" sz="45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Techonologies</a:t>
            </a:r>
            <a:r>
              <a:rPr lang="en-IN" sz="4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endParaRPr lang="en-IN" sz="4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Persistence (master_ledger.csv):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Pinecone (expense-audit-index):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Embeddings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RegEx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15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F9295-4DD9-ABB2-FE27-61846AA70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10228"/>
            <a:ext cx="12192000" cy="60477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24A116-23E0-9B9F-F5D9-3FEAECBFA4FF}"/>
              </a:ext>
            </a:extLst>
          </p:cNvPr>
          <p:cNvSpPr txBox="1"/>
          <p:nvPr/>
        </p:nvSpPr>
        <p:spPr>
          <a:xfrm>
            <a:off x="0" y="25398"/>
            <a:ext cx="1219200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Work-Flow Diagram</a:t>
            </a:r>
            <a:endParaRPr lang="en-IN" sz="4500" dirty="0">
              <a:solidFill>
                <a:srgbClr val="FFFF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9048EE-A6EC-8FB7-CBE1-B4D93208A05B}"/>
              </a:ext>
            </a:extLst>
          </p:cNvPr>
          <p:cNvSpPr txBox="1"/>
          <p:nvPr/>
        </p:nvSpPr>
        <p:spPr>
          <a:xfrm>
            <a:off x="396240" y="866478"/>
            <a:ext cx="12192000" cy="259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4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Agri-Business Financial Audit Platform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bridges the gap between traditional agricultural bookkeeping and modern AI-driven financial intelligence. By combining robust local data persistence (master_ledger.csv), lightning-fast cloud vector search (Pinecone), and natural language processing (OpenAI RAG)</a:t>
            </a:r>
          </a:p>
        </p:txBody>
      </p:sp>
    </p:spTree>
    <p:extLst>
      <p:ext uri="{BB962C8B-B14F-4D97-AF65-F5344CB8AC3E}">
        <p14:creationId xmlns:p14="http://schemas.microsoft.com/office/powerpoint/2010/main" val="27214357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124</TotalTime>
  <Words>191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Tahoma</vt:lpstr>
      <vt:lpstr>Century Gothic</vt:lpstr>
      <vt:lpstr>Times New Roman</vt:lpstr>
      <vt:lpstr>Arial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N J</dc:creator>
  <cp:keywords/>
  <dc:description>generated using python-pptx</dc:description>
  <cp:lastModifiedBy>DANIEL N J</cp:lastModifiedBy>
  <cp:revision>2</cp:revision>
  <dcterms:created xsi:type="dcterms:W3CDTF">2013-01-27T09:14:16Z</dcterms:created>
  <dcterms:modified xsi:type="dcterms:W3CDTF">2026-10-21T17:34:08Z</dcterms:modified>
  <cp:category/>
</cp:coreProperties>
</file>